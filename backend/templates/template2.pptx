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0655" autoAdjust="0"/>
  </p:normalViewPr>
  <p:slideViewPr>
    <p:cSldViewPr snapToGrid="0">
      <p:cViewPr varScale="1">
        <p:scale>
          <a:sx n="87" d="100"/>
          <a:sy n="87" d="100"/>
        </p:scale>
        <p:origin x="186" y="4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80DD9E7-B5AF-440C-6F77-937A727DC6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38325"/>
            <a:ext cx="10515600" cy="44073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76895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75" r:id="rId13"/>
    <p:sldLayoutId id="2147483665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{D955926E-A28B-4F62-B2A5-11DFC0524776}TF7521aafa-c748-4c40-a498-ba511be234dc5b1b6097_win32-5039330bb2f3</Template>
  <TotalTime>884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Tenorite</vt:lpstr>
      <vt:lpstr>Custom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Shaun Callighan (they/them)</dc:creator>
  <cp:lastModifiedBy>Shaun Callighan (they/them)</cp:lastModifiedBy>
  <cp:revision>13</cp:revision>
  <dcterms:created xsi:type="dcterms:W3CDTF">2026-01-27T18:13:48Z</dcterms:created>
  <dcterms:modified xsi:type="dcterms:W3CDTF">2026-03-03T20:40:33Z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