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84" r:id="rId7"/>
    <p:sldId id="278" r:id="rId8"/>
    <p:sldId id="258" r:id="rId9"/>
    <p:sldId id="283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0655" autoAdjust="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{{ title }}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{% for a in agenda %}- {{ a }}</a:t>
            </a:r>
            <a:br>
              <a:rPr lang="en-US" dirty="0"/>
            </a:br>
            <a:r>
              <a:rPr lang="en-US" dirty="0"/>
              <a:t>{% </a:t>
            </a:r>
            <a:r>
              <a:rPr lang="en-US" dirty="0" err="1"/>
              <a:t>endfor</a:t>
            </a:r>
            <a:r>
              <a:rPr lang="en-US" dirty="0"/>
              <a:t> %}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E29308-C3BA-17F8-8052-0C3CD593E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{{ title }}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77B49F-2B60-EB08-3863-E7264AB78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B104-1667-3919-FB71-25D4D9EF6A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6356350"/>
            <a:ext cx="987425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6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{{ </a:t>
            </a:r>
            <a:r>
              <a:rPr lang="en-US" dirty="0" err="1"/>
              <a:t>sectionname</a:t>
            </a:r>
            <a:r>
              <a:rPr lang="en-US" dirty="0"/>
              <a:t> }}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 title }}</a:t>
            </a:r>
          </a:p>
        </p:txBody>
      </p:sp>
      <p:sp>
        <p:nvSpPr>
          <p:cNvPr id="8" name="Picture Placeholder 7" descr="{{ image1 }}">
            <a:extLst>
              <a:ext uri="{FF2B5EF4-FFF2-40B4-BE49-F238E27FC236}">
                <a16:creationId xmlns:a16="http://schemas.microsoft.com/office/drawing/2014/main" id="{C6B100E5-6280-F2AE-F487-36BCCF470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{{ content }}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{{ title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{{ content }}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able Placeholder 3" descr="{{ table1 }}">
            <a:extLst>
              <a:ext uri="{FF2B5EF4-FFF2-40B4-BE49-F238E27FC236}">
                <a16:creationId xmlns:a16="http://schemas.microsoft.com/office/drawing/2014/main" id="{135D2606-51F6-E4FE-D012-06DC89A00D0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{{ thanks }}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{{ </a:t>
            </a:r>
            <a:r>
              <a:rPr lang="en-US" dirty="0" err="1"/>
              <a:t>contactinfo</a:t>
            </a:r>
            <a:r>
              <a:rPr lang="en-US" dirty="0"/>
              <a:t> }}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{D955926E-A28B-4F62-B2A5-11DFC0524776}TF7521aafa-c748-4c40-a498-ba511be234dc5b1b6097_win32-5039330bb2f3</Template>
  <TotalTime>863</TotalTime>
  <Words>52</Words>
  <Application>Microsoft Office PowerPoint</Application>
  <PresentationFormat>Widescreen</PresentationFormat>
  <Paragraphs>22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{{ title }}</vt:lpstr>
      <vt:lpstr>AGENDA</vt:lpstr>
      <vt:lpstr>{{ title }}</vt:lpstr>
      <vt:lpstr>{{ sectionname }}</vt:lpstr>
      <vt:lpstr>{{ title }}</vt:lpstr>
      <vt:lpstr>{{ title }}</vt:lpstr>
      <vt:lpstr>{{ thanks 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 Callighan (they/them)</dc:creator>
  <cp:lastModifiedBy>Shaun Callighan (they/them)</cp:lastModifiedBy>
  <cp:revision>11</cp:revision>
  <dcterms:created xsi:type="dcterms:W3CDTF">2026-01-27T18:13:48Z</dcterms:created>
  <dcterms:modified xsi:type="dcterms:W3CDTF">2026-01-28T16:15:58Z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