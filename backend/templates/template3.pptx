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5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9B21B-8C29-6FFC-1862-6D87B866EA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177" y="1110410"/>
            <a:ext cx="9144000" cy="2387600"/>
          </a:xfrm>
        </p:spPr>
        <p:txBody>
          <a:bodyPr anchor="b"/>
          <a:lstStyle>
            <a:lvl1pPr algn="l">
              <a:defRPr sz="4800"/>
            </a:lvl1pPr>
          </a:lstStyle>
          <a:p>
            <a:endParaRPr lang="en-US" sz="6000" dirty="0">
              <a:latin typeface="Trade Gothic Next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3A2758-B4DF-F5A9-6545-C89CB6E91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9177" y="3590085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0B0F0"/>
                </a:solidFill>
                <a:latin typeface="Trade Gothic Next" panose="020B05030403030200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46219C-141A-679C-F4CE-BE17ECF1BE18}"/>
              </a:ext>
            </a:extLst>
          </p:cNvPr>
          <p:cNvSpPr txBox="1"/>
          <p:nvPr userDrawn="1"/>
        </p:nvSpPr>
        <p:spPr>
          <a:xfrm>
            <a:off x="98612" y="111423"/>
            <a:ext cx="2850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Morgan Stanley</a:t>
            </a:r>
          </a:p>
        </p:txBody>
      </p:sp>
    </p:spTree>
    <p:extLst>
      <p:ext uri="{BB962C8B-B14F-4D97-AF65-F5344CB8AC3E}">
        <p14:creationId xmlns:p14="http://schemas.microsoft.com/office/powerpoint/2010/main" val="2016988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0DCEC3-A2FF-6E31-D4B6-0277218CF982}"/>
              </a:ext>
            </a:extLst>
          </p:cNvPr>
          <p:cNvSpPr txBox="1"/>
          <p:nvPr userDrawn="1"/>
        </p:nvSpPr>
        <p:spPr>
          <a:xfrm>
            <a:off x="98612" y="111423"/>
            <a:ext cx="2850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Morgan Stanley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B8A3F50-8510-19CB-7085-A95E3E9E4290}"/>
              </a:ext>
            </a:extLst>
          </p:cNvPr>
          <p:cNvCxnSpPr/>
          <p:nvPr userDrawn="1"/>
        </p:nvCxnSpPr>
        <p:spPr>
          <a:xfrm>
            <a:off x="203200" y="57308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3B4BCF8-14EF-8454-6514-665580FA07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3200" y="755836"/>
            <a:ext cx="11582400" cy="4351338"/>
          </a:xfrm>
        </p:spPr>
        <p:txBody>
          <a:bodyPr/>
          <a:lstStyle>
            <a:lvl1pPr>
              <a:buNone/>
              <a:defRPr lang="en-US" sz="24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E0CFD4-E6A1-4017-FBEF-8E0FDB73801D}"/>
              </a:ext>
            </a:extLst>
          </p:cNvPr>
          <p:cNvCxnSpPr/>
          <p:nvPr userDrawn="1"/>
        </p:nvCxnSpPr>
        <p:spPr>
          <a:xfrm>
            <a:off x="203200" y="653461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28EB7EE-5A29-75A5-210C-A02C3D46A39A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98612" y="6534617"/>
            <a:ext cx="11582400" cy="211958"/>
          </a:xfrm>
        </p:spPr>
        <p:txBody>
          <a:bodyPr>
            <a:normAutofit/>
          </a:bodyPr>
          <a:lstStyle>
            <a:lvl1pPr>
              <a:buNone/>
              <a:defRPr lang="en-US" sz="11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461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0DCEC3-A2FF-6E31-D4B6-0277218CF982}"/>
              </a:ext>
            </a:extLst>
          </p:cNvPr>
          <p:cNvSpPr txBox="1"/>
          <p:nvPr userDrawn="1"/>
        </p:nvSpPr>
        <p:spPr>
          <a:xfrm>
            <a:off x="98612" y="111423"/>
            <a:ext cx="2850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Morgan Stanley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B8A3F50-8510-19CB-7085-A95E3E9E4290}"/>
              </a:ext>
            </a:extLst>
          </p:cNvPr>
          <p:cNvCxnSpPr/>
          <p:nvPr userDrawn="1"/>
        </p:nvCxnSpPr>
        <p:spPr>
          <a:xfrm>
            <a:off x="203200" y="57308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E0CFD4-E6A1-4017-FBEF-8E0FDB73801D}"/>
              </a:ext>
            </a:extLst>
          </p:cNvPr>
          <p:cNvCxnSpPr/>
          <p:nvPr userDrawn="1"/>
        </p:nvCxnSpPr>
        <p:spPr>
          <a:xfrm>
            <a:off x="203200" y="653461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28EB7EE-5A29-75A5-210C-A02C3D46A39A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98612" y="6534617"/>
            <a:ext cx="11582400" cy="211958"/>
          </a:xfrm>
        </p:spPr>
        <p:txBody>
          <a:bodyPr>
            <a:normAutofit/>
          </a:bodyPr>
          <a:lstStyle>
            <a:lvl1pPr>
              <a:buNone/>
              <a:defRPr lang="en-US" sz="11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8FA77EC-EE7D-A602-6D21-6434A18B5E55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203200" y="768350"/>
            <a:ext cx="11829657" cy="562435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32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9C35BA-72A0-74CF-EBFA-E27453F8F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72C2BD-6B32-6296-5842-C219A960E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9FA66-2551-BC4A-D577-96685AB1EC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FDAE1-860A-40E1-A93B-B53F67C62BC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5E363-3742-912D-186C-7707ABB3B5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4C9A2-4E35-EE20-951A-C8B8CED6A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3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Aptos Display</vt:lpstr>
      <vt:lpstr>Arial</vt:lpstr>
      <vt:lpstr>Trade Gothic Next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Jonson Tsai</dc:creator>
  <cp:lastModifiedBy>Shaun Callighan (they/them)</cp:lastModifiedBy>
  <cp:revision>3</cp:revision>
  <dcterms:created xsi:type="dcterms:W3CDTF">2026-04-15T16:55:52Z</dcterms:created>
  <dcterms:modified xsi:type="dcterms:W3CDTF">2026-04-15T17:43:17Z</dcterms:modified>
</cp:coreProperties>
</file>