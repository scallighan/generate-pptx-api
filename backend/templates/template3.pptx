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1" d="100"/>
          <a:sy n="91" d="100"/>
        </p:scale>
        <p:origin x="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B21B-8C29-6FFC-1862-6D87B866E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177" y="1110410"/>
            <a:ext cx="9144000" cy="2387600"/>
          </a:xfrm>
        </p:spPr>
        <p:txBody>
          <a:bodyPr anchor="b"/>
          <a:lstStyle>
            <a:lvl1pPr algn="l">
              <a:defRPr sz="4800"/>
            </a:lvl1pPr>
          </a:lstStyle>
          <a:p>
            <a:endParaRPr lang="en-US" sz="6000" dirty="0">
              <a:latin typeface="Trade Gothic Next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A2758-B4DF-F5A9-6545-C89CB6E91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177" y="3590085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0B0F0"/>
                </a:solidFill>
                <a:latin typeface="Trade Gothic Next" panose="020B0503040303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46219C-141A-679C-F4CE-BE17ECF1BE18}"/>
              </a:ext>
            </a:extLst>
          </p:cNvPr>
          <p:cNvSpPr txBox="1"/>
          <p:nvPr userDrawn="1"/>
        </p:nvSpPr>
        <p:spPr>
          <a:xfrm>
            <a:off x="98612" y="111423"/>
            <a:ext cx="2850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rade Gothic Next" panose="020F0502020204030204" pitchFamily="34" charset="0"/>
              </a:rPr>
              <a:t>Morgan Stanley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66BD285-8EA3-82F1-D3D7-C37B42174BE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03198" y="6577445"/>
            <a:ext cx="8925216" cy="20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A90A644-EA26-30E0-AB79-EECD08156C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42713" y="6577445"/>
            <a:ext cx="2743200" cy="206878"/>
          </a:xfrm>
        </p:spPr>
        <p:txBody>
          <a:bodyPr/>
          <a:lstStyle/>
          <a:p>
            <a:fld id="{3328C88C-319F-4B98-9ED6-FBE1B0819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88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0DCEC3-A2FF-6E31-D4B6-0277218CF982}"/>
              </a:ext>
            </a:extLst>
          </p:cNvPr>
          <p:cNvSpPr txBox="1"/>
          <p:nvPr userDrawn="1"/>
        </p:nvSpPr>
        <p:spPr>
          <a:xfrm>
            <a:off x="98612" y="111423"/>
            <a:ext cx="2850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rade Gothic Next" panose="020F0502020204030204" pitchFamily="34" charset="0"/>
              </a:rPr>
              <a:t>Morgan Stanley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8A3F50-8510-19CB-7085-A95E3E9E4290}"/>
              </a:ext>
            </a:extLst>
          </p:cNvPr>
          <p:cNvCxnSpPr/>
          <p:nvPr userDrawn="1"/>
        </p:nvCxnSpPr>
        <p:spPr>
          <a:xfrm>
            <a:off x="203200" y="573088"/>
            <a:ext cx="1198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B4BCF8-14EF-8454-6514-665580FA0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3199" y="1034753"/>
            <a:ext cx="11782715" cy="5287906"/>
          </a:xfrm>
        </p:spPr>
        <p:txBody>
          <a:bodyPr/>
          <a:lstStyle>
            <a:lvl1pPr>
              <a:buNone/>
              <a:defRPr lang="en-US" sz="2400" kern="1200" dirty="0">
                <a:solidFill>
                  <a:schemeClr val="tx1"/>
                </a:solidFill>
                <a:latin typeface="Trade Gothic Next" panose="020F0502020204030204" pitchFamily="34" charset="0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E0CFD4-E6A1-4017-FBEF-8E0FDB73801D}"/>
              </a:ext>
            </a:extLst>
          </p:cNvPr>
          <p:cNvCxnSpPr/>
          <p:nvPr userDrawn="1"/>
        </p:nvCxnSpPr>
        <p:spPr>
          <a:xfrm>
            <a:off x="203200" y="6534618"/>
            <a:ext cx="1198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FCBEF7-0DD1-9A36-978E-61A285C3E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198" y="631573"/>
            <a:ext cx="11782715" cy="344693"/>
          </a:xfrm>
        </p:spPr>
        <p:txBody>
          <a:bodyPr anchor="b"/>
          <a:lstStyle>
            <a:lvl1pPr algn="l">
              <a:defRPr sz="2000"/>
            </a:lvl1pPr>
          </a:lstStyle>
          <a:p>
            <a:endParaRPr lang="en-US" sz="6000" dirty="0">
              <a:latin typeface="Trade Gothic Next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AC4DA-8950-878F-143C-9F5D88FD88F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03198" y="6577445"/>
            <a:ext cx="8925216" cy="20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62B28-8503-3134-82A1-BFBBFFF95C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42713" y="6577445"/>
            <a:ext cx="2743200" cy="206878"/>
          </a:xfrm>
        </p:spPr>
        <p:txBody>
          <a:bodyPr/>
          <a:lstStyle/>
          <a:p>
            <a:fld id="{3328C88C-319F-4B98-9ED6-FBE1B0819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6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0DCEC3-A2FF-6E31-D4B6-0277218CF982}"/>
              </a:ext>
            </a:extLst>
          </p:cNvPr>
          <p:cNvSpPr txBox="1"/>
          <p:nvPr userDrawn="1"/>
        </p:nvSpPr>
        <p:spPr>
          <a:xfrm>
            <a:off x="98612" y="111423"/>
            <a:ext cx="2850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rade Gothic Next" panose="020F0502020204030204" pitchFamily="34" charset="0"/>
              </a:rPr>
              <a:t>Morgan Stanley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8A3F50-8510-19CB-7085-A95E3E9E4290}"/>
              </a:ext>
            </a:extLst>
          </p:cNvPr>
          <p:cNvCxnSpPr/>
          <p:nvPr userDrawn="1"/>
        </p:nvCxnSpPr>
        <p:spPr>
          <a:xfrm>
            <a:off x="203200" y="573088"/>
            <a:ext cx="1198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B4BCF8-14EF-8454-6514-665580FA0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3200" y="1034750"/>
            <a:ext cx="5714274" cy="5287909"/>
          </a:xfrm>
        </p:spPr>
        <p:txBody>
          <a:bodyPr/>
          <a:lstStyle>
            <a:lvl1pPr>
              <a:buNone/>
              <a:defRPr lang="en-US" sz="2400" kern="1200" dirty="0">
                <a:solidFill>
                  <a:schemeClr val="tx1"/>
                </a:solidFill>
                <a:latin typeface="Trade Gothic Next" panose="020F0502020204030204" pitchFamily="34" charset="0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E0CFD4-E6A1-4017-FBEF-8E0FDB73801D}"/>
              </a:ext>
            </a:extLst>
          </p:cNvPr>
          <p:cNvCxnSpPr/>
          <p:nvPr userDrawn="1"/>
        </p:nvCxnSpPr>
        <p:spPr>
          <a:xfrm>
            <a:off x="203200" y="6534618"/>
            <a:ext cx="1198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7836D-3AFF-EAFB-894F-D24C3AAD57BB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71640" y="1034748"/>
            <a:ext cx="5714274" cy="5287909"/>
          </a:xfrm>
        </p:spPr>
        <p:txBody>
          <a:bodyPr/>
          <a:lstStyle>
            <a:lvl1pPr>
              <a:buNone/>
              <a:defRPr lang="en-US" sz="2400" kern="1200" dirty="0">
                <a:solidFill>
                  <a:schemeClr val="tx1"/>
                </a:solidFill>
                <a:latin typeface="Trade Gothic Next" panose="020F0502020204030204" pitchFamily="34" charset="0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A7E6E7-9AF0-0440-9771-E8B67F559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198" y="631573"/>
            <a:ext cx="11782715" cy="344693"/>
          </a:xfrm>
        </p:spPr>
        <p:txBody>
          <a:bodyPr anchor="b"/>
          <a:lstStyle>
            <a:lvl1pPr algn="l">
              <a:defRPr sz="2000"/>
            </a:lvl1pPr>
          </a:lstStyle>
          <a:p>
            <a:endParaRPr lang="en-US" sz="6000" dirty="0">
              <a:latin typeface="Trade Gothic Next" panose="020F0502020204030204" pitchFamily="34" charset="0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978338D-8813-FE04-8F45-4ABF3845B0B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03198" y="6577445"/>
            <a:ext cx="8925216" cy="20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3131D74-AF68-8CD4-A80D-33FA2E6A94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42713" y="6577445"/>
            <a:ext cx="2743200" cy="206878"/>
          </a:xfrm>
        </p:spPr>
        <p:txBody>
          <a:bodyPr/>
          <a:lstStyle/>
          <a:p>
            <a:fld id="{3328C88C-319F-4B98-9ED6-FBE1B0819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34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0DCEC3-A2FF-6E31-D4B6-0277218CF982}"/>
              </a:ext>
            </a:extLst>
          </p:cNvPr>
          <p:cNvSpPr txBox="1"/>
          <p:nvPr userDrawn="1"/>
        </p:nvSpPr>
        <p:spPr>
          <a:xfrm>
            <a:off x="98612" y="111423"/>
            <a:ext cx="2850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rade Gothic Next" panose="020F0502020204030204" pitchFamily="34" charset="0"/>
              </a:rPr>
              <a:t>Morgan Stanley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8A3F50-8510-19CB-7085-A95E3E9E4290}"/>
              </a:ext>
            </a:extLst>
          </p:cNvPr>
          <p:cNvCxnSpPr/>
          <p:nvPr userDrawn="1"/>
        </p:nvCxnSpPr>
        <p:spPr>
          <a:xfrm>
            <a:off x="203200" y="573088"/>
            <a:ext cx="1198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E0CFD4-E6A1-4017-FBEF-8E0FDB73801D}"/>
              </a:ext>
            </a:extLst>
          </p:cNvPr>
          <p:cNvCxnSpPr/>
          <p:nvPr userDrawn="1"/>
        </p:nvCxnSpPr>
        <p:spPr>
          <a:xfrm>
            <a:off x="203200" y="6534618"/>
            <a:ext cx="1198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8FA77EC-EE7D-A602-6D21-6434A18B5E55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203200" y="1034750"/>
            <a:ext cx="11829657" cy="535795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A823388-BD02-F59F-7A61-D7F36015D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631573"/>
            <a:ext cx="11782713" cy="344693"/>
          </a:xfrm>
        </p:spPr>
        <p:txBody>
          <a:bodyPr anchor="b"/>
          <a:lstStyle>
            <a:lvl1pPr algn="l">
              <a:defRPr sz="2000"/>
            </a:lvl1pPr>
          </a:lstStyle>
          <a:p>
            <a:endParaRPr lang="en-US" sz="6000" dirty="0">
              <a:latin typeface="Trade Gothic Next" panose="020F050202020403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F12D35B2-E6EA-9E8B-A8A9-95E6C482F5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03198" y="6577445"/>
            <a:ext cx="8925216" cy="20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34F0470-2711-5965-AB93-FB45DEC1366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42713" y="6577445"/>
            <a:ext cx="2743200" cy="206878"/>
          </a:xfrm>
        </p:spPr>
        <p:txBody>
          <a:bodyPr/>
          <a:lstStyle/>
          <a:p>
            <a:fld id="{3328C88C-319F-4B98-9ED6-FBE1B0819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2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9C35BA-72A0-74CF-EBFA-E27453F8F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2C2BD-6B32-6296-5842-C219A960E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9FA66-2551-BC4A-D577-96685AB1EC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FDAE1-860A-40E1-A93B-B53F67C62BC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5E363-3742-912D-186C-7707ABB3B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4C9A2-4E35-EE20-951A-C8B8CED6A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8C88C-319F-4B98-9ED6-FBE1B0819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3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Aptos Black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</vt:lpstr>
      <vt:lpstr>Aptos Black</vt:lpstr>
      <vt:lpstr>Arial</vt:lpstr>
      <vt:lpstr>Trade Gothic Next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Jonson Tsai</dc:creator>
  <cp:lastModifiedBy>Shaun Callighan (they/them)</cp:lastModifiedBy>
  <cp:revision>6</cp:revision>
  <dcterms:created xsi:type="dcterms:W3CDTF">2026-04-15T16:55:52Z</dcterms:created>
  <dcterms:modified xsi:type="dcterms:W3CDTF">2026-04-15T19:35:46Z</dcterms:modified>
</cp:coreProperties>
</file>