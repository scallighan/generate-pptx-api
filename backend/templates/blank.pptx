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69" d="100"/>
          <a:sy n="69" d="100"/>
        </p:scale>
        <p:origin x="39" y="5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5B31-C4B0-C83C-ECE8-619EAC6DF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EDB4C-A6AA-AAA1-FDA7-141299662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6C45-E1BF-D148-2188-6D5774E6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85B1-EA84-4EF0-99CA-A8BD3921031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AC893-892A-650A-88F6-BB29F67E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164D6-8986-957A-872B-15191A49C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6838-BBD8-468F-AD70-FD453AECB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5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DDC4-88B7-A859-A919-4DF8CEF8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BE13A-E244-836D-2D95-17F86C680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18496-047E-4F04-8567-177B0E93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85B1-EA84-4EF0-99CA-A8BD3921031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42CCF-4157-AD27-AD92-75BAF979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CB2C1-1F9E-879E-2B18-256D79D09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6838-BBD8-468F-AD70-FD453AECB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9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EA08-86D3-B73B-9963-59253DE2B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B6C1A-24BE-2AD8-E242-AEA93648C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860E2-C469-88F2-8B5B-3F89FE020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85B1-EA84-4EF0-99CA-A8BD3921031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AB0C3-0A63-98F2-AB7C-183B0A1CF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4B422-8BA5-8026-9F38-860557E7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6838-BBD8-468F-AD70-FD453AECB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7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B341-33B9-9FCB-7582-1E01F65C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E43A3-F069-FCCF-AEE3-553057DD8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A0D61-E525-1B50-758C-25E52F4C6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09DBB-4758-ADB3-DBE6-0C872856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85B1-EA84-4EF0-99CA-A8BD3921031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9AE37-4BE6-0B95-00B7-5D06A7D85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3035B-44CC-1706-9CCE-76024154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6838-BBD8-468F-AD70-FD453AECB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07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9E8D-EF01-A26D-5BD3-D9E3AB5D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A813C-AE31-9F6A-AB09-B5A9D8E5F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C9375-B1D7-39B0-02F9-1F8CC0569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F5F449-AF0B-D7C6-8405-686B71BEA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E0CFD-90E7-0EC1-71BB-D4F4D10B8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A317FA-EF70-F3C1-544D-08BBA478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85B1-EA84-4EF0-99CA-A8BD3921031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7AE383-8ABD-F908-EDB3-7FCAAA798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DD94A1-120C-2352-4C4E-A9949EF3C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6838-BBD8-468F-AD70-FD453AECB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76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707A-C277-B66E-F5DC-DDB72BF4E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C32FE-ABBF-E7A3-6819-91A60D3FE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85B1-EA84-4EF0-99CA-A8BD3921031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03CB3-8B10-3F4F-59BF-27E96982B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1242B-2B9E-D5AF-736D-FDA3E7EB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6838-BBD8-468F-AD70-FD453AECB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5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960D6-00D4-B528-678C-12F5FA234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85B1-EA84-4EF0-99CA-A8BD3921031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10F81-B120-609C-6477-90E53EF6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9318D-AC14-00E5-FB3D-B984242C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6838-BBD8-468F-AD70-FD453AECB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58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1044-FEE3-0797-37FC-011A5B58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CB04-7A6B-FD6C-7B5B-DA6925436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B0A87-1D91-59C2-986A-B55416F5A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5F6E6-4815-FB9E-1918-A92411A0E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85B1-EA84-4EF0-99CA-A8BD3921031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D8DC8-3339-B193-74D1-805C2045A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A0686-CC23-8211-4C48-FB698095C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6838-BBD8-468F-AD70-FD453AECB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16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F9F42-276E-CD7F-08D4-3D3E964F3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C90AFA-B316-23B1-6493-716918650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7FE81-C7A6-DCE8-6176-5F2006709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96E61-84D9-5DFD-EBC2-730C760C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85B1-EA84-4EF0-99CA-A8BD3921031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85541-2A7D-743C-1CE4-50AB91FE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7E615-4F2F-75FE-A2F5-42A32BBE0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6838-BBD8-468F-AD70-FD453AECB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3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B34D-1722-A52B-7D37-0CB3B346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A573C-436C-A46B-56AA-9EDDC4200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0129D-8BF0-ADEA-D79A-844D03DF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85B1-EA84-4EF0-99CA-A8BD3921031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9932D-FACF-0E42-33E7-497AB444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0809E-AB78-0783-0EF7-64ABAF273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6838-BBD8-468F-AD70-FD453AECB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09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F41840-B664-A81A-3D25-8538EADD3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7EFD5-0082-B65A-0AD2-5E4951254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89A99-E798-3978-A675-CF28EDB5B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85B1-EA84-4EF0-99CA-A8BD3921031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4D6BB-AD58-3C4A-A2F1-DF3D2456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08564-2903-9567-9336-EE9F19CE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16838-BBD8-468F-AD70-FD453AECB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3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F68B03-81DD-AA7A-1841-C426DA4F2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F9984-6476-F7AE-C7C0-8639A61D2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48A7C-790B-0082-9E31-CB3026D3D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D85B1-EA84-4EF0-99CA-A8BD3921031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93508-AC62-257C-D3B7-EF36E761C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EB7A6-2C79-A8BB-4C5B-76A10BB1A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16838-BBD8-468F-AD70-FD453AECB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7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2C89-170E-8AE7-0402-EE28A17128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70C98B-6613-A78C-6B18-29D836040F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58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Shaun Callighan (they/them)</dc:creator>
  <cp:lastModifiedBy>Shaun Callighan (they/them)</cp:lastModifiedBy>
  <cp:revision>1</cp:revision>
  <dcterms:created xsi:type="dcterms:W3CDTF">2026-01-29T15:08:36Z</dcterms:created>
  <dcterms:modified xsi:type="dcterms:W3CDTF">2026-01-29T15:09:19Z</dcterms:modified>
</cp:coreProperties>
</file>